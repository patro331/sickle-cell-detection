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1645920" cy="164592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MSB7216: DEEP LEARNING FOR HEALTH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Automated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Detection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Approach Using African Clinical Microscopy 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2025/HD07/26020U  |  Makerere University, Uganda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251960"/>
            <a:ext cx="4754880" cy="457200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Live Demo: huggingface.co/spaces/Patrovas/sickle-cell-detection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21945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trait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Uganda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011680" cy="219456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Kampala alone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2011680" cy="21945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born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annually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868680"/>
            <a:ext cx="2011680" cy="2194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diagnostics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Diagnosis Challenges: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trained laboratory scientists and specialist microscopes — scarce in rural Uganda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microscopic examination is time-consuming, subjective, and error-prone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rural areas may go years without a formal diagnosis, missing critical early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35608" y="1965960"/>
            <a:ext cx="2286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 blood smear 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Tushabe (2024) Uganda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1965960"/>
            <a:ext cx="2286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6420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6420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6420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resize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+ splits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1688" y="1965960"/>
            <a:ext cx="2286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2724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2724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2724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2724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3-block 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floor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24728" y="1965960"/>
            <a:ext cx="2286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9028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028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fine-tuned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ImageNet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87768" y="1965960"/>
            <a:ext cx="2286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5332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5332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16368" y="868680"/>
            <a:ext cx="12344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16368" y="868680"/>
            <a:ext cx="12344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868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16368" y="14173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16368" y="1920240"/>
            <a:ext cx="1234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demo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1168" y="4434840"/>
            <a:ext cx="8741664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" y="4434840"/>
            <a:ext cx="8741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First deep learning study applied to the Tushabe (2024) Ugandan clinical mobile-phone microscopy dataset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474720"/>
          </a:xfrm>
          <a:prstGeom prst="rect">
            <a:avLst/>
          </a:prstGeom>
          <a:solidFill>
            <a:srgbClr val="F7FAFB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5943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— UGANDA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Tushabe et al. (2024)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422 sickle cell images (positive)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 normal smear images (negative)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865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Soroti &amp; Kumi districts, Uganda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phone cameras on basic microscopes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Published: Acta Scientific Microbiology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06240" cy="3474720"/>
          </a:xfrm>
          <a:prstGeom prst="rect">
            <a:avLst/>
          </a:prstGeom>
          <a:solidFill>
            <a:srgbClr val="F7FAFB"/>
          </a:solidFill>
          <a:ln w="254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4206240" cy="59436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— NEGATIVE CLASS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051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364 normal blood smear images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47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Controlled laboratory conditions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3865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License — open source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254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circular border (domain difference)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GitHub: Shenggan/BCCD_Dataset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933 raw images     |  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653  |  Val: 140  |  Test: 140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70 / 15 / 15 Stratified Split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691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Class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45.2% positive / 54.8% negative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imbalance ratio of 0.83:1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with WeightedRandomSampler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73152" cy="169164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41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Image Sizes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990–3122px wide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640–1000px wide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resized to 224×224 for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148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73152" cy="1691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Pixel Intensity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avg: 159.6 (std: 78.2)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avg: 157.0 (std: 67.2)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brightness — good for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41148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88920"/>
            <a:ext cx="73152" cy="169164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Image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corrupted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non-RGB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undersized images — all 933 usable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422 labelled Tushabe images excluded — bounding box annotations burned into pixels would teach model artefacts, not biology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1280160"/>
                <a:gridCol w="9144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★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926080"/>
            <a:ext cx="2011680" cy="1463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2926080"/>
            <a:ext cx="2011680" cy="146304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perfect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26864" y="2926080"/>
            <a:ext cx="2011680" cy="14630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+ves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14 baseline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03136" y="2926080"/>
            <a:ext cx="2011680" cy="1463040"/>
          </a:xfrm>
          <a:prstGeom prst="rect">
            <a:avLst/>
          </a:prstGeom>
          <a:solidFill>
            <a:srgbClr val="F4A636"/>
          </a:solidFill>
          <a:ln w="12700">
            <a:solidFill>
              <a:srgbClr val="F4A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-ves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 baseline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ResNet-50 reduced total errors from 17 to 2 on 140 test images — a 88% improvement over the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reveals WHICH regions of each blood smear the model focused on — turning a black-box AI into a clinically interpretable tool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114800" cy="1463040"/>
          </a:xfrm>
          <a:prstGeom prst="rect">
            <a:avLst/>
          </a:prstGeom>
          <a:solidFill>
            <a:srgbClr val="1A3A5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17320"/>
            <a:ext cx="41148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17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focused activation on cell-dense regions inside circular field — model correctly attends to sickle morphology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417320"/>
            <a:ext cx="4114800" cy="1463040"/>
          </a:xfrm>
          <a:prstGeom prst="rect">
            <a:avLst/>
          </a:prstGeom>
          <a:solidFill>
            <a:srgbClr val="1A3A50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417320"/>
            <a:ext cx="411480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417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874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activation with no focal point — model correctly finds no distinctive pathological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114800" cy="1463040"/>
          </a:xfrm>
          <a:prstGeom prst="rect">
            <a:avLst/>
          </a:prstGeom>
          <a:solidFill>
            <a:srgbClr val="1A3A5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06324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on staining artefact (dark particle) — not a cell. Confidence 0.841. Artefact detection needed.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063240"/>
            <a:ext cx="4114800" cy="1463040"/>
          </a:xfrm>
          <a:prstGeom prst="rect">
            <a:avLst/>
          </a:prstGeom>
          <a:solidFill>
            <a:srgbClr val="1A3A5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90872" y="3063240"/>
            <a:ext cx="41148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low-confidence activation (0.472). Dense cell packing confused model. Lowering threshold to 0.4 would fix this.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errors are attributable to identifiable, addressable causes — not fundamental model failure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🔬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blood smear image → Instant prediction + Grad-CAM heatmap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huggingface.co/spaces/Patrovas/sickle-cell-detection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|  98.57% Accuracy  |  AUC-ROC 0.9973  |  Only 2 errors on 140 test images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ETHICAL CONSIDERATIONS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 raw images — small dataset by deep learning standards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 between Ugandan mobile-phone images and BCCD lab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labelled images excluded due to burned-in annotations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clinical validation performed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Staining artefacts cause false positives — artefact detection needed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36576" cy="4023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Ethical Considerations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tool only — never replaces clinical diagnosis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positive predictions must be confirmed by a clinician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collected with documented patient consent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over-reliance by non-specialist health workers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equity: benefits those with access to basic microscopes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a screening tool only. All predictions must be reviewed by a trained medical professional before clinical action.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621792"/>
          </a:xfrm>
          <a:prstGeom prst="rect">
            <a:avLst/>
          </a:prstGeom>
          <a:solidFill>
            <a:srgbClr val="1A3A5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deep learning study on the Tushabe (2024) Ugandan clinical mobile-phone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8229600" cy="621792"/>
          </a:xfrm>
          <a:prstGeom prst="rect">
            <a:avLst/>
          </a:prstGeom>
          <a:solidFill>
            <a:srgbClr val="1A3A5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18488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achieves 98.57% accuracy and AUC-ROC 0.9973 — only 2 errors on 140 test images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8229600" cy="621792"/>
          </a:xfrm>
          <a:prstGeom prst="rect">
            <a:avLst/>
          </a:prstGeom>
          <a:solidFill>
            <a:srgbClr val="1A3A5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6829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368296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confirms model learns genuine biology, not imaging artefacts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229600" cy="621792"/>
          </a:xfrm>
          <a:prstGeom prst="rect">
            <a:avLst/>
          </a:prstGeom>
          <a:solidFill>
            <a:srgbClr val="1A3A5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Gradio app demonstrates practical viability for rural Ugandan health workers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8229600" cy="621792"/>
          </a:xfrm>
          <a:prstGeom prst="rect">
            <a:avLst/>
          </a:prstGeom>
          <a:solidFill>
            <a:srgbClr val="1A3A5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67912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867912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bridges the data scarcity challenge in low-resource medical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External clinical validation  •  Artefact detection preprocessing  •  Decision threshold optimisation  •  Multi-class haematological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7E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0D2137">
              <a:alpha val="20000"/>
            </a:srgbClr>
          </a:solidFill>
          <a:ln w="12700">
            <a:solidFill>
              <a:srgbClr val="0D2137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github.com/Patro331/sickle-cell-detection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337560"/>
            <a:ext cx="6400800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337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Live Demo: huggingface.co/spaces/Patrovas/sickle-cell-detection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|  2025/HD07/26020U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Makerere University  |  MSB7216: Deep Learning for Health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Sickle Cell Detection — MSB7216 Final Project</dc:title>
  <dc:subject>PptxGenJS Presentation</dc:subject>
  <dc:creator>Okidi Patrovas Gaabriel</dc:creator>
  <cp:lastModifiedBy>Okidi Patrovas Gaabriel</cp:lastModifiedBy>
  <cp:revision>1</cp:revision>
  <dcterms:created xsi:type="dcterms:W3CDTF">2026-05-14T03:40:54Z</dcterms:created>
  <dcterms:modified xsi:type="dcterms:W3CDTF">2026-05-14T03:40:54Z</dcterms:modified>
</cp:coreProperties>
</file>